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23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412480" y="0"/>
            <a:ext cx="731520" cy="7315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ApexaIQ Internship Presentation 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in Python  ·  Docker Registry  ·  Async 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2011680"/>
            <a:ext cx="8979408" cy="1188720"/>
          </a:xfrm>
          <a:prstGeom prst="rect">
            <a:avLst/>
          </a:prstGeom>
          <a:solidFill>
            <a:srgbClr val="151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Best Practices in Python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Exception Handling?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are runtime errors detected during execution — ZeroDivisionError, ValueError, TypeError, etc.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provides try / except / else / finally blocks to handle errors gracefully.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— code that may raise an exception.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— runs if an exception is raised inside try.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— runs only if NO exception was raised.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— always runs, used for cleanup (close files, DB connections).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BaseException is the root of all exceptions. Exception is the base for non-fatal errors.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Unhandled exceptions cause the program to crash with a traceback message.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Best Practices (Python Docs + PEP 8)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 Specific — Don't catch all errors at once. Catch only the error you expect (e.g. FileNotFoundError).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Try First, Fix Later (EAFP) — Just try the code. If it fails, handle it. Don't over-check before running.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Raise errors early, catch them late — Let small functions raise errors; handle them at the top level.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See the error message — Use 'except ValueError as e' so you can print or log what went wrong.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Never ignore errors — Don't just write 'pass' in except. Always log it or let it crash visibly.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Cleanup in finally — Close files, DB connections in finally so they always close, even on errors.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Don't misuse exceptions — Only use try/except for actual errors, not for normal if/else logic.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&amp; Exception Hierarchy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custom exceptions for domain-specific errors.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inherit from Exception (not BaseException).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exceptions into a hierarchy.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class docstrings to describe the error.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built-in exceptions when they apply.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Exception Hierarchy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AppError(Exception):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"""Base app exception"""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ValidationError(AppError):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msg):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super().__init__(msg)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NotFoundError(AppError):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get_user(user_id):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user_id: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ValidationError("ID required")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db.find(user_id)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user: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NotFoundError("User not found")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user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 — Pseudocode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else for code that only runs on success.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finally for teardown/cleanup always.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catch multiple exception types in one except block.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Re-raise exceptions using 'raise' with no arguments.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structure pseudocode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risky_operation()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(TypeError, ValueError) as 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Handle type/value errors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logger.error(f'Input error: {e}')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 # re-raise if needed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Specific file error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default_value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only if no exception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process(result)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runs - cleanup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close_connection()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Avoid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Bare except: — catches everything including SystemExit, KeyboardInterrupt.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Silent swallowing — except Exception: pass (hides bugs!).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Catching too broadly — except Exception: when you mean FileNotFoundError.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Using exceptions for regular flow control.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logging — never ignore exceptions without logging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catch specific exception types.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 with context: logger.error('Failed to load config', exc_info=True).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Re-raise when you can't handle: raise from original_exception.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B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2011680"/>
            <a:ext cx="8979408" cy="1188720"/>
          </a:xfrm>
          <a:prstGeom prst="rect">
            <a:avLst/>
          </a:prstGeom>
          <a:solidFill>
            <a:srgbClr val="151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DB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Docker Registry?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Docker Registry is a centralized service that stores, manages, and distributes container images.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 is the default public registry — hosts millions of images from vendors and the community.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vs Repository: A registry holds many repositories; a repository holds versions of one image.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uniquely identified by: &lt;registry&gt;/&lt;repository&gt;:&lt;tag&gt; — e.g. myregistry.io/app:v1.2.0.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digest — a content-addressable hash that always points to the exact same image.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registries: Docker Hub, Amazon ECR, Azure ACR, Google GCR, GitHub Container Registry.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self-host a private registry using the official registry:3 image.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 Registry was donated to CNCF in 2019 and is maintained as 'Distribution'.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B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Architecture &amp; How Push/Pull Works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0DB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 are stored as layers — each Dockerfile instruction adds one layer.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deduplication: layers already in the registry are not re-uploaded (content-addressed).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workflow: Auth → layer upload → manifest upload → tag assignment.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workflow: Auth → manifest retrieval → download missing layers → assemble image.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Manifest: a JSON document describing image layers, configuration, and metadata.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 are OCI (Open Container Initiative) compliant — store Helm charts, WASM modules, etc.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Pseudocode: Push/Pull Flow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login &lt;registry&gt;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build -t &lt;registry&gt;/&lt;repo&gt;:&lt;tag&gt; 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push &lt;registry&gt;/&lt;repo&gt;:&lt;tag&gt;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upload unique layers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upload manifest JSON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assign tag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pull &lt;registry&gt;/&lt;repo&gt;:&lt;tag&gt;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fetch manifest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download missing layers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↳ assemble image locally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DIGEST-BASED PULL (immutable):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docker pull repo@sha256:&lt;digest&gt;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 Private Registry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official registry:3 Docker image to run your own registry.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port 5000 by default for push/pull operations.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image with the registry host before pushing.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--restart=always for production use.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TLS certificates for HTTPS in production.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token-based auth (OAuth2/Bearer) per Docker Registry v2 spec.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drivers: filesystem, S3, Azure Blob, GCS.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private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5000:5000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--restart always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registry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registry:3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Tag image for private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ubuntu \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localhost:5000/ubuntu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Push to private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 localhost:5000/ubuntu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from private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localhost:5000/ubuntu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images in registry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http://localhost:5000/v2/_catalog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Registry — Security Best Practices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TLS / HTTPS for registry communication in production.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authentication — never expose a registry without access control.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image signing to verify image integrity (Docker Content Trust / Notary).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vulnerability scanning — scan images for CVEs before deployment.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stable tags for base images; unique tags (commit SHA) for deployments.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image digest (@sha256:...) for immutable, reproducible deployments.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registry access with Role-Based Access Control (RBAC).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image retention policies — clean up old/unused images to save storage.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2011680"/>
            <a:ext cx="8979408" cy="1188720"/>
          </a:xfrm>
          <a:prstGeom prst="rect">
            <a:avLst/>
          </a:prstGeom>
          <a:solidFill>
            <a:srgbClr val="151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Programming in JavaScript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Asynchronous Programming?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single-threaded — only one operation runs at a time on the main thread.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(blocking) code halts everything while waiting — bad for I/O, network, timers.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lets you start a long-running task and stay responsive to other events.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API calls, file I/O, database queries, timers, animations.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handles async via the Event Loop — offloads tasks to the browser/Node.js APIs.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main approaches evolved: Callbacks → Promises → Async/Await.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async APIs (fetch, fs.promises, etc.) are Promise-based.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Workers allow truly parallel code — but that's a separate thread entirely.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— The Original Approach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EAB30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 is a function passed into another function, called when async work finishes.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fine for simple cases — e.g. setTimeout, event listeners.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Callback Hell — nested callbacks become deeply indented and hard to read.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is manual and inconsistent across callbacks.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of control — you hand off your callback and trust the callee to invoke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async APIs no longer use raw callbacks.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 pseudocode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fetchUser(id, callback)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db.query(id, function(err, user)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(err) return callback(err, null)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callback(null, user)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Callback Hell example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fetchUser(1, function(err, user)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fetchPosts(user, function(err, posts)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fetchComments(posts, function(err, data)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deeply nested = hard to maintain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— Foundation of Modern Async JS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is an object representing eventual success or failure of an async operation.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pending → fulfilled (resolved) or rejected.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.then() handles success, .catch() handles errors, .finally() always runs.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 are chainable — flattens callback hell.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Promise.all([...]) — runs multiple promises concurrently, waits for all.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Promise.race([...]) — resolves/rejects as soon as the first settles.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Promise.allSettled([...]) — waits for all, regardless of outcome.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in a chain propagate to the nearest .catch() handler.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Promise pseudocode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fetchUser(id)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new Promise((resolve, reject)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db.query(id, (err, user) =&gt;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(err) reject(err)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 resolve(user)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Chaining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fetchUser(1)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.then(user =&gt; fetchPosts(user))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.then(posts =&gt; display(posts))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.catch(err =&gt; console.error(err))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.finally(() =&gt; hideSpinner())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/ Await — Cleaner Syntax (MDN)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keyword on a function makes it return a Promise automatically.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pauses execution inside the async function until the Promise settles.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never blocks the main thread — only defers code inside the async function.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try/catch for error handling — same as synchronous code.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Promise.all() with await for concurrent operations — don't await sequentially if independent.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 always return a Promise, even if you return a plain value.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await is available in ES modules.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80560" y="822960"/>
            <a:ext cx="4434840" cy="40233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18872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Async/Await pseudocode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loadDashboard(userId)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await fetchUser(userId)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[posts, profile] = await Promise.all([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fetchPosts(user),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fetchProfile(user),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render({ user, posts, profile })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(err)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showError(err.message)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hideSpinner()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vs Promises vs Async/Await — Comparison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73152" cy="4457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503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Callbacks: Simple, low overhead. Becomes 'Callback Hell' at scale. No structured error handling.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Promises: Chainable, structured .then/.catch. Better readability. Still verbose for complex flows.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Async/Await: Looks like synchronous code. Best readability. Built-in try/catch support. Recommended for modern JS.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Use Promise.all() to run independent async tasks in parallel — not sequential awaits.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boundary: Unhandled promise rejections crash Node.js — always attach .catch() or use try/catch.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Loop: JavaScript handles async via the call stack, callback queue, and microtask queue.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recommends: Prefer async/await for new code; use Promise.all for concurrent operations.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1828800"/>
            <a:ext cx="8979408" cy="1554480"/>
          </a:xfrm>
          <a:prstGeom prst="rect">
            <a:avLst/>
          </a:prstGeom>
          <a:solidFill>
            <a:srgbClr val="151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Python — Always catch specific exceptions, raise low/catch high, use finally for cleanup.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Registry — Centralized image store, layer-based, OCI-compliant. Secure with TLS + scanning.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Async JS — Callbacks → Promises → Async/Await. Use Promise.all() for concurrency.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docs.python.org  ·  docs.docker.com  ·  developer.mozilla.org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2267</Words>
  <Application>Microsoft Office PowerPoint</Application>
  <PresentationFormat>On-screen Show (16:9)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Tech Topics</dc:title>
  <dc:subject>PptxGenJS Presentation</dc:subject>
  <dc:creator>PptxGenJS</dc:creator>
  <cp:lastModifiedBy>Satyam Mishra</cp:lastModifiedBy>
  <cp:revision>2</cp:revision>
  <dcterms:created xsi:type="dcterms:W3CDTF">2026-03-22T20:04:00Z</dcterms:created>
  <dcterms:modified xsi:type="dcterms:W3CDTF">2026-03-22T20:09:47Z</dcterms:modified>
</cp:coreProperties>
</file>